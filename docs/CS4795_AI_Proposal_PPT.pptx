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5" r:id="rId9"/>
    <p:sldId id="264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FFFC2-6DEB-4DD5-8CAD-F051A75BC674}" v="11" dt="2026-03-17T13:16:06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chalpreet Kaur" userId="99efa711e0211b1e" providerId="LiveId" clId="{3408BA4A-8168-411A-BEEF-C443772C73A3}"/>
    <pc:docChg chg="undo custSel addSld modSld">
      <pc:chgData name="Chanchalpreet Kaur" userId="99efa711e0211b1e" providerId="LiveId" clId="{3408BA4A-8168-411A-BEEF-C443772C73A3}" dt="2026-03-17T13:13:16.802" v="59" actId="20577"/>
      <pc:docMkLst>
        <pc:docMk/>
      </pc:docMkLst>
      <pc:sldChg chg="addSp delSp modSp mod setBg addAnim delAnim setClrOvrMap">
        <pc:chgData name="Chanchalpreet Kaur" userId="99efa711e0211b1e" providerId="LiveId" clId="{3408BA4A-8168-411A-BEEF-C443772C73A3}" dt="2026-03-17T12:52:52.029" v="5" actId="26606"/>
        <pc:sldMkLst>
          <pc:docMk/>
          <pc:sldMk cId="0" sldId="256"/>
        </pc:sldMkLst>
        <pc:spChg chg="mod ord">
          <ac:chgData name="Chanchalpreet Kaur" userId="99efa711e0211b1e" providerId="LiveId" clId="{3408BA4A-8168-411A-BEEF-C443772C73A3}" dt="2026-03-17T12:52:47.344" v="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anchalpreet Kaur" userId="99efa711e0211b1e" providerId="LiveId" clId="{3408BA4A-8168-411A-BEEF-C443772C73A3}" dt="2026-03-17T12:52:52.010" v="4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12" creationId="{4FA533C5-33E3-4611-AF9F-72811D8B26A6}"/>
          </ac:spMkLst>
        </pc:spChg>
        <pc:spChg chg="add del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18" creationId="{87F0FDC4-AD8C-47D9-9131-623C98ADB0AE}"/>
          </ac:spMkLst>
        </pc:spChg>
        <pc:spChg chg="add del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19" creationId="{DF6FB2B2-CE21-407F-B22E-302DADC2C3D3}"/>
          </ac:spMkLst>
        </pc:spChg>
        <pc:spChg chg="add del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20" creationId="{C28D0172-F2E0-4763-9C35-F022664959D8}"/>
          </ac:spMkLst>
        </pc:spChg>
        <pc:spChg chg="add del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22" creationId="{9F2851FB-E841-4509-8A6D-A416376EA380}"/>
          </ac:spMkLst>
        </pc:spChg>
        <pc:spChg chg="add del">
          <ac:chgData name="Chanchalpreet Kaur" userId="99efa711e0211b1e" providerId="LiveId" clId="{3408BA4A-8168-411A-BEEF-C443772C73A3}" dt="2026-03-17T12:52:47.280" v="2" actId="26606"/>
          <ac:spMkLst>
            <pc:docMk/>
            <pc:sldMk cId="0" sldId="256"/>
            <ac:spMk id="39" creationId="{DE4D62F9-188E-4530-84C2-24BDEE4BEB82}"/>
          </ac:spMkLst>
        </pc:spChg>
        <pc:spChg chg="add del">
          <ac:chgData name="Chanchalpreet Kaur" userId="99efa711e0211b1e" providerId="LiveId" clId="{3408BA4A-8168-411A-BEEF-C443772C73A3}" dt="2026-03-17T12:52:47.280" v="2" actId="26606"/>
          <ac:spMkLst>
            <pc:docMk/>
            <pc:sldMk cId="0" sldId="256"/>
            <ac:spMk id="41" creationId="{757B325C-3E35-45CF-9D07-3BCB281F3B9C}"/>
          </ac:spMkLst>
        </pc:spChg>
        <pc:spChg chg="add del">
          <ac:chgData name="Chanchalpreet Kaur" userId="99efa711e0211b1e" providerId="LiveId" clId="{3408BA4A-8168-411A-BEEF-C443772C73A3}" dt="2026-03-17T12:52:47.280" v="2" actId="26606"/>
          <ac:spMkLst>
            <pc:docMk/>
            <pc:sldMk cId="0" sldId="256"/>
            <ac:spMk id="43" creationId="{C24BEC42-AFF3-40D1-93A2-A27A42E1E23C}"/>
          </ac:spMkLst>
        </pc:spChg>
        <pc:spChg chg="add del">
          <ac:chgData name="Chanchalpreet Kaur" userId="99efa711e0211b1e" providerId="LiveId" clId="{3408BA4A-8168-411A-BEEF-C443772C73A3}" dt="2026-03-17T12:52:47.280" v="2" actId="26606"/>
          <ac:spMkLst>
            <pc:docMk/>
            <pc:sldMk cId="0" sldId="256"/>
            <ac:spMk id="45" creationId="{608F427C-1EC9-4280-9367-F2B3AA063E82}"/>
          </ac:spMkLst>
        </pc:spChg>
        <pc:spChg chg="add del">
          <ac:chgData name="Chanchalpreet Kaur" userId="99efa711e0211b1e" providerId="LiveId" clId="{3408BA4A-8168-411A-BEEF-C443772C73A3}" dt="2026-03-17T12:52:47.280" v="2" actId="26606"/>
          <ac:spMkLst>
            <pc:docMk/>
            <pc:sldMk cId="0" sldId="256"/>
            <ac:spMk id="47" creationId="{F98810A7-E114-447A-A7D6-69B27CFB5650}"/>
          </ac:spMkLst>
        </pc:spChg>
        <pc:spChg chg="add del">
          <ac:chgData name="Chanchalpreet Kaur" userId="99efa711e0211b1e" providerId="LiveId" clId="{3408BA4A-8168-411A-BEEF-C443772C73A3}" dt="2026-03-17T12:52:52.010" v="4" actId="26606"/>
          <ac:spMkLst>
            <pc:docMk/>
            <pc:sldMk cId="0" sldId="256"/>
            <ac:spMk id="50" creationId="{4FA533C5-33E3-4611-AF9F-72811D8B26A6}"/>
          </ac:spMkLst>
        </pc:spChg>
        <pc:spChg chg="add del">
          <ac:chgData name="Chanchalpreet Kaur" userId="99efa711e0211b1e" providerId="LiveId" clId="{3408BA4A-8168-411A-BEEF-C443772C73A3}" dt="2026-03-17T12:52:52.010" v="4" actId="26606"/>
          <ac:spMkLst>
            <pc:docMk/>
            <pc:sldMk cId="0" sldId="256"/>
            <ac:spMk id="53" creationId="{87F0FDC4-AD8C-47D9-9131-623C98ADB0AE}"/>
          </ac:spMkLst>
        </pc:spChg>
        <pc:spChg chg="add del">
          <ac:chgData name="Chanchalpreet Kaur" userId="99efa711e0211b1e" providerId="LiveId" clId="{3408BA4A-8168-411A-BEEF-C443772C73A3}" dt="2026-03-17T12:52:52.010" v="4" actId="26606"/>
          <ac:spMkLst>
            <pc:docMk/>
            <pc:sldMk cId="0" sldId="256"/>
            <ac:spMk id="54" creationId="{E6A222EB-A81E-4238-B08D-AAB1828C8E0B}"/>
          </ac:spMkLst>
        </pc:spChg>
        <pc:spChg chg="add del">
          <ac:chgData name="Chanchalpreet Kaur" userId="99efa711e0211b1e" providerId="LiveId" clId="{3408BA4A-8168-411A-BEEF-C443772C73A3}" dt="2026-03-17T12:52:52.010" v="4" actId="26606"/>
          <ac:spMkLst>
            <pc:docMk/>
            <pc:sldMk cId="0" sldId="256"/>
            <ac:spMk id="55" creationId="{E014676C-074B-475A-8346-9C901C86CB97}"/>
          </ac:spMkLst>
        </pc:spChg>
        <pc:spChg chg="add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60" creationId="{4FA533C5-33E3-4611-AF9F-72811D8B26A6}"/>
          </ac:spMkLst>
        </pc:spChg>
        <pc:spChg chg="add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63" creationId="{87F0FDC4-AD8C-47D9-9131-623C98ADB0AE}"/>
          </ac:spMkLst>
        </pc:spChg>
        <pc:spChg chg="add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64" creationId="{C28D0172-F2E0-4763-9C35-F022664959D8}"/>
          </ac:spMkLst>
        </pc:spChg>
        <pc:spChg chg="add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65" creationId="{9F2851FB-E841-4509-8A6D-A416376EA380}"/>
          </ac:spMkLst>
        </pc:spChg>
        <pc:spChg chg="add">
          <ac:chgData name="Chanchalpreet Kaur" userId="99efa711e0211b1e" providerId="LiveId" clId="{3408BA4A-8168-411A-BEEF-C443772C73A3}" dt="2026-03-17T12:52:52.029" v="5" actId="26606"/>
          <ac:spMkLst>
            <pc:docMk/>
            <pc:sldMk cId="0" sldId="256"/>
            <ac:spMk id="66" creationId="{DF6FB2B2-CE21-407F-B22E-302DADC2C3D3}"/>
          </ac:spMkLst>
        </pc:spChg>
      </pc:sldChg>
      <pc:sldChg chg="addSp delSp modSp mod">
        <pc:chgData name="Chanchalpreet Kaur" userId="99efa711e0211b1e" providerId="LiveId" clId="{3408BA4A-8168-411A-BEEF-C443772C73A3}" dt="2026-03-17T13:13:16.802" v="59" actId="20577"/>
        <pc:sldMkLst>
          <pc:docMk/>
          <pc:sldMk cId="2755128885" sldId="263"/>
        </pc:sldMkLst>
        <pc:spChg chg="add mod">
          <ac:chgData name="Chanchalpreet Kaur" userId="99efa711e0211b1e" providerId="LiveId" clId="{3408BA4A-8168-411A-BEEF-C443772C73A3}" dt="2026-03-17T13:09:20.632" v="46" actId="20577"/>
          <ac:spMkLst>
            <pc:docMk/>
            <pc:sldMk cId="2755128885" sldId="263"/>
            <ac:spMk id="2" creationId="{D986547D-A4F5-F3B4-A82F-FD62606D55A2}"/>
          </ac:spMkLst>
        </pc:spChg>
        <pc:spChg chg="add mod">
          <ac:chgData name="Chanchalpreet Kaur" userId="99efa711e0211b1e" providerId="LiveId" clId="{3408BA4A-8168-411A-BEEF-C443772C73A3}" dt="2026-03-17T13:13:16.802" v="59" actId="20577"/>
          <ac:spMkLst>
            <pc:docMk/>
            <pc:sldMk cId="2755128885" sldId="263"/>
            <ac:spMk id="4" creationId="{B2BFD207-0356-B4C4-17EF-56650B7B7494}"/>
          </ac:spMkLst>
        </pc:spChg>
        <pc:picChg chg="del">
          <ac:chgData name="Chanchalpreet Kaur" userId="99efa711e0211b1e" providerId="LiveId" clId="{3408BA4A-8168-411A-BEEF-C443772C73A3}" dt="2026-03-17T13:08:45.264" v="22" actId="478"/>
          <ac:picMkLst>
            <pc:docMk/>
            <pc:sldMk cId="2755128885" sldId="263"/>
            <ac:picMk id="3" creationId="{7964AA02-C72F-A843-C0A8-C1328C2B52CF}"/>
          </ac:picMkLst>
        </pc:picChg>
      </pc:sldChg>
      <pc:sldChg chg="addSp modSp new mod setBg modClrScheme setClrOvrMap chgLayout">
        <pc:chgData name="Chanchalpreet Kaur" userId="99efa711e0211b1e" providerId="LiveId" clId="{3408BA4A-8168-411A-BEEF-C443772C73A3}" dt="2026-03-17T13:07:13.270" v="21" actId="27636"/>
        <pc:sldMkLst>
          <pc:docMk/>
          <pc:sldMk cId="3469780534" sldId="265"/>
        </pc:sldMkLst>
        <pc:spChg chg="add mod">
          <ac:chgData name="Chanchalpreet Kaur" userId="99efa711e0211b1e" providerId="LiveId" clId="{3408BA4A-8168-411A-BEEF-C443772C73A3}" dt="2026-03-17T13:06:49.131" v="14" actId="113"/>
          <ac:spMkLst>
            <pc:docMk/>
            <pc:sldMk cId="3469780534" sldId="265"/>
            <ac:spMk id="2" creationId="{D1C72B99-B419-B024-AC5C-F377ACDC5B12}"/>
          </ac:spMkLst>
        </pc:spChg>
        <pc:spChg chg="add mod">
          <ac:chgData name="Chanchalpreet Kaur" userId="99efa711e0211b1e" providerId="LiveId" clId="{3408BA4A-8168-411A-BEEF-C443772C73A3}" dt="2026-03-17T13:07:13.270" v="21" actId="27636"/>
          <ac:spMkLst>
            <pc:docMk/>
            <pc:sldMk cId="3469780534" sldId="265"/>
            <ac:spMk id="3" creationId="{AECAE330-B0F8-E6FB-C826-9C0D9B575BCB}"/>
          </ac:spMkLst>
        </pc:spChg>
        <pc:spChg chg="add">
          <ac:chgData name="Chanchalpreet Kaur" userId="99efa711e0211b1e" providerId="LiveId" clId="{3408BA4A-8168-411A-BEEF-C443772C73A3}" dt="2026-03-17T13:06:17.532" v="8" actId="26606"/>
          <ac:spMkLst>
            <pc:docMk/>
            <pc:sldMk cId="3469780534" sldId="265"/>
            <ac:spMk id="8" creationId="{74CD14DB-BB81-479F-A1FC-1C75640E9F84}"/>
          </ac:spMkLst>
        </pc:spChg>
        <pc:spChg chg="add">
          <ac:chgData name="Chanchalpreet Kaur" userId="99efa711e0211b1e" providerId="LiveId" clId="{3408BA4A-8168-411A-BEEF-C443772C73A3}" dt="2026-03-17T13:06:17.532" v="8" actId="26606"/>
          <ac:spMkLst>
            <pc:docMk/>
            <pc:sldMk cId="3469780534" sldId="265"/>
            <ac:spMk id="10" creationId="{C943A91B-7CA7-4592-A975-73B1BF8C4C74}"/>
          </ac:spMkLst>
        </pc:spChg>
        <pc:spChg chg="add">
          <ac:chgData name="Chanchalpreet Kaur" userId="99efa711e0211b1e" providerId="LiveId" clId="{3408BA4A-8168-411A-BEEF-C443772C73A3}" dt="2026-03-17T13:06:17.532" v="8" actId="26606"/>
          <ac:spMkLst>
            <pc:docMk/>
            <pc:sldMk cId="3469780534" sldId="265"/>
            <ac:spMk id="12" creationId="{EC471314-E46A-414B-8D91-74880E84F187}"/>
          </ac:spMkLst>
        </pc:spChg>
        <pc:spChg chg="add">
          <ac:chgData name="Chanchalpreet Kaur" userId="99efa711e0211b1e" providerId="LiveId" clId="{3408BA4A-8168-411A-BEEF-C443772C73A3}" dt="2026-03-17T13:06:17.532" v="8" actId="26606"/>
          <ac:spMkLst>
            <pc:docMk/>
            <pc:sldMk cId="3469780534" sldId="265"/>
            <ac:spMk id="14" creationId="{6A681326-1C9D-44A3-A627-3871BDAE41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5499A-BD7B-458C-A428-AB35A1BA78D9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C10B2-5B2F-4946-B899-385C0F6F8F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355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5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7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7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5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6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14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8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4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7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21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382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66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24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51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52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7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8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.google.com/store/apps/details?id=com.donkeycat.foxandgeese&amp;hl=en_CA" TargetMode="External"/><Relationship Id="rId3" Type="http://schemas.openxmlformats.org/officeDocument/2006/relationships/hyperlink" Target="https://scholarworks.calstate.edu/downloads/1v53k187p" TargetMode="External"/><Relationship Id="rId7" Type="http://schemas.openxmlformats.org/officeDocument/2006/relationships/hyperlink" Target="https://www.youtube.com/watch?v=6VjNwmGAyzo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lith.wordpress.com/%202018/11/26/fox-hounds/" TargetMode="External"/><Relationship Id="rId5" Type="http://schemas.openxmlformats.org/officeDocument/2006/relationships/hyperlink" Target="https://mathwithbaddrawings.com/wp-content/uploads/2020/11/Game-33-Fox-and-Hounds.pdf" TargetMode="External"/><Relationship Id="rId4" Type="http://schemas.openxmlformats.org/officeDocument/2006/relationships/hyperlink" Target="https://www.reddit.com/r/Ruleshorror/comments/1gn9iw0/fox_and_hound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66" name="Freeform: Shape 65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24128" y="623571"/>
            <a:ext cx="7695743" cy="35238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7000" b="0" i="0" kern="1200" cap="all" spc="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Fox and Hounds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4128" y="4777380"/>
            <a:ext cx="7695743" cy="1209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100" b="0" i="0" kern="1200" cap="all">
                <a:latin typeface="+mj-lt"/>
                <a:ea typeface="+mj-ea"/>
                <a:cs typeface="+mj-cs"/>
              </a:rPr>
              <a:t>CS 4795 – Artificial Intelligence Project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56AEB-F9D5-4584-3A4A-AA58CAE66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16" y="1123527"/>
            <a:ext cx="6673623" cy="4604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6547D-A4F5-F3B4-A82F-FD62606D55A2}"/>
              </a:ext>
            </a:extLst>
          </p:cNvPr>
          <p:cNvSpPr txBox="1"/>
          <p:nvPr/>
        </p:nvSpPr>
        <p:spPr>
          <a:xfrm>
            <a:off x="609600" y="766916"/>
            <a:ext cx="434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FD207-0356-B4C4-17EF-56650B7B7494}"/>
              </a:ext>
            </a:extLst>
          </p:cNvPr>
          <p:cNvSpPr txBox="1"/>
          <p:nvPr/>
        </p:nvSpPr>
        <p:spPr>
          <a:xfrm>
            <a:off x="609600" y="1452547"/>
            <a:ext cx="77331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Preliminary Bibliography Academic paper on Fox and Hounds strategy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  <a:hlinkClick r:id="rId3"/>
              </a:rPr>
              <a:t>https://scholarworks.calstate.edu/downloads/1v53k187p </a:t>
            </a:r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Fox </a:t>
            </a:r>
            <a:r>
              <a:rPr lang="en-CA" dirty="0" err="1">
                <a:solidFill>
                  <a:schemeClr val="bg1"/>
                </a:solidFill>
              </a:rPr>
              <a:t>andHoundsRulesandDiscussion</a:t>
            </a:r>
            <a:r>
              <a:rPr lang="en-CA" dirty="0">
                <a:solidFill>
                  <a:schemeClr val="bg1"/>
                </a:solidFill>
              </a:rPr>
              <a:t>. Reddit. </a:t>
            </a:r>
            <a:r>
              <a:rPr lang="en-CA" dirty="0">
                <a:solidFill>
                  <a:schemeClr val="bg1"/>
                </a:solidFill>
                <a:hlinkClick r:id="rId4"/>
              </a:rPr>
              <a:t>https://www.reddit.com/r/Ruleshorror/ comments/1gn9iw0/</a:t>
            </a:r>
            <a:r>
              <a:rPr lang="en-CA" dirty="0" err="1">
                <a:solidFill>
                  <a:schemeClr val="bg1"/>
                </a:solidFill>
                <a:hlinkClick r:id="rId4"/>
              </a:rPr>
              <a:t>fox_and_hounds</a:t>
            </a:r>
            <a:r>
              <a:rPr lang="en-CA" dirty="0">
                <a:solidFill>
                  <a:schemeClr val="bg1"/>
                </a:solidFill>
                <a:hlinkClick r:id="rId4"/>
              </a:rPr>
              <a:t>/ </a:t>
            </a:r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Fox </a:t>
            </a:r>
            <a:r>
              <a:rPr lang="en-CA" dirty="0" err="1">
                <a:solidFill>
                  <a:schemeClr val="bg1"/>
                </a:solidFill>
              </a:rPr>
              <a:t>andHoundsGameDescription</a:t>
            </a:r>
            <a:r>
              <a:rPr lang="en-CA" dirty="0">
                <a:solidFill>
                  <a:schemeClr val="bg1"/>
                </a:solidFill>
              </a:rPr>
              <a:t> </a:t>
            </a:r>
            <a:r>
              <a:rPr lang="en-CA" dirty="0" err="1">
                <a:solidFill>
                  <a:schemeClr val="bg1"/>
                </a:solidFill>
              </a:rPr>
              <a:t>andMathematical</a:t>
            </a:r>
            <a:r>
              <a:rPr lang="en-CA" dirty="0">
                <a:solidFill>
                  <a:schemeClr val="bg1"/>
                </a:solidFill>
              </a:rPr>
              <a:t> Discussion. </a:t>
            </a:r>
            <a:r>
              <a:rPr lang="en-CA" dirty="0">
                <a:solidFill>
                  <a:schemeClr val="bg1"/>
                </a:solidFill>
                <a:hlinkClick r:id="rId5"/>
              </a:rPr>
              <a:t>https://mathwithbaddrawings. com/wp-content/uploads/2020/11/Game-33-Fox-and-Hounds.pdf </a:t>
            </a:r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Fox and Hounds Strategy and Analysis. </a:t>
            </a:r>
            <a:r>
              <a:rPr lang="en-CA" dirty="0" err="1">
                <a:solidFill>
                  <a:schemeClr val="bg1"/>
                </a:solidFill>
              </a:rPr>
              <a:t>Gilith</a:t>
            </a:r>
            <a:r>
              <a:rPr lang="en-CA" dirty="0">
                <a:solidFill>
                  <a:schemeClr val="bg1"/>
                </a:solidFill>
              </a:rPr>
              <a:t> Blog. </a:t>
            </a:r>
            <a:r>
              <a:rPr lang="en-CA" dirty="0">
                <a:solidFill>
                  <a:schemeClr val="bg1"/>
                </a:solidFill>
                <a:hlinkClick r:id="rId6"/>
              </a:rPr>
              <a:t>https://gilith.wordpress.com/ 2018/11/26/fox-hounds/ </a:t>
            </a:r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Fox and Hounds– </a:t>
            </a:r>
            <a:r>
              <a:rPr lang="en-CA" dirty="0" err="1">
                <a:solidFill>
                  <a:schemeClr val="bg1"/>
                </a:solidFill>
              </a:rPr>
              <a:t>GameExplanation</a:t>
            </a:r>
            <a:r>
              <a:rPr lang="en-CA" dirty="0">
                <a:solidFill>
                  <a:schemeClr val="bg1"/>
                </a:solidFill>
              </a:rPr>
              <a:t>. YouTube video. </a:t>
            </a:r>
            <a:r>
              <a:rPr lang="en-CA" dirty="0">
                <a:solidFill>
                  <a:schemeClr val="bg1"/>
                </a:solidFill>
                <a:hlinkClick r:id="rId7"/>
              </a:rPr>
              <a:t>https://www.youtube.com/watch? v=6VjNwmGAyzo </a:t>
            </a:r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Fox and Geese (Fox and Hounds) Mobile Game Application. Google Play Store. </a:t>
            </a:r>
            <a:r>
              <a:rPr lang="en-CA" dirty="0">
                <a:solidFill>
                  <a:schemeClr val="bg1"/>
                </a:solidFill>
                <a:hlinkClick r:id="rId8"/>
              </a:rPr>
              <a:t>https: //play.google.com/store/apps/</a:t>
            </a:r>
            <a:r>
              <a:rPr lang="en-CA" dirty="0" err="1">
                <a:solidFill>
                  <a:schemeClr val="bg1"/>
                </a:solidFill>
                <a:hlinkClick r:id="rId8"/>
              </a:rPr>
              <a:t>details?id</a:t>
            </a:r>
            <a:r>
              <a:rPr lang="en-CA" dirty="0">
                <a:solidFill>
                  <a:schemeClr val="bg1"/>
                </a:solidFill>
                <a:hlinkClick r:id="rId8"/>
              </a:rPr>
              <a:t>=</a:t>
            </a:r>
            <a:r>
              <a:rPr lang="en-CA" dirty="0" err="1">
                <a:solidFill>
                  <a:schemeClr val="bg1"/>
                </a:solidFill>
                <a:hlinkClick r:id="rId8"/>
              </a:rPr>
              <a:t>com.donkeycat.foxandgeese&amp;hl</a:t>
            </a:r>
            <a:r>
              <a:rPr lang="en-CA" dirty="0">
                <a:solidFill>
                  <a:schemeClr val="bg1"/>
                </a:solidFill>
                <a:hlinkClick r:id="rId8"/>
              </a:rPr>
              <a:t>=</a:t>
            </a:r>
            <a:r>
              <a:rPr lang="en-CA" dirty="0" err="1">
                <a:solidFill>
                  <a:schemeClr val="bg1"/>
                </a:solidFill>
                <a:hlinkClick r:id="rId8"/>
              </a:rPr>
              <a:t>en_CA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12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73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50728f92-90fc-4293-aa8f-c88c36738f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96" y="1160812"/>
            <a:ext cx="6786863" cy="45302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5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85cad73-84c5-428d-87c5-e235b9625b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96" y="1983719"/>
            <a:ext cx="6786863" cy="288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744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0e5f474c-8dba-4c31-84ff-fcba9b9d0a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425" y="1123527"/>
            <a:ext cx="4907205" cy="4604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7D191-13D4-4D46-AA31-AA8157D3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05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96756-8CDE-44C7-BF60-022DF3B3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2A146-6461-45FE-B52F-8F9B510D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f7b55f51-bf7d-429b-b8fa-82005c605e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96" y="1788596"/>
            <a:ext cx="6786863" cy="32746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A115E8-EE09-4F41-9329-56DEEE8AB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72B99-B419-B024-AC5C-F377ACDC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CA" sz="3200" b="1" dirty="0">
                <a:solidFill>
                  <a:schemeClr val="bg1"/>
                </a:solidFill>
              </a:rPr>
              <a:t>Idea vs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E330-B0F8-E6FB-C826-9C0D9B57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379406"/>
            <a:ext cx="7667586" cy="38689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Idea</a:t>
            </a:r>
          </a:p>
          <a:p>
            <a:r>
              <a:rPr lang="en-US" dirty="0"/>
              <a:t>• Build an AI agent that can intelligently play the Fox and Hounds game.</a:t>
            </a:r>
            <a:br>
              <a:rPr lang="en-US" dirty="0"/>
            </a:br>
            <a:r>
              <a:rPr lang="en-US" dirty="0"/>
              <a:t>• Use adversarial search to allow the AI to plan moves against an opponent.</a:t>
            </a:r>
          </a:p>
          <a:p>
            <a:r>
              <a:rPr lang="en-US" b="1" dirty="0"/>
              <a:t>Implementation</a:t>
            </a:r>
          </a:p>
          <a:p>
            <a:r>
              <a:rPr lang="en-US" dirty="0"/>
              <a:t>• Represent the board as </a:t>
            </a:r>
            <a:r>
              <a:rPr lang="en-US" b="1" dirty="0"/>
              <a:t>game states</a:t>
            </a:r>
            <a:r>
              <a:rPr lang="en-US" dirty="0"/>
              <a:t> and the possible moves as </a:t>
            </a:r>
            <a:r>
              <a:rPr lang="en-US" b="1" dirty="0"/>
              <a:t>actions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Use the </a:t>
            </a:r>
            <a:r>
              <a:rPr lang="en-US" b="1" dirty="0"/>
              <a:t>Minimax algorithm with Alpha-Beta pruning</a:t>
            </a:r>
            <a:r>
              <a:rPr lang="en-US" dirty="0"/>
              <a:t> to choose the best move efficiently.</a:t>
            </a:r>
            <a:br>
              <a:rPr lang="en-US" dirty="0"/>
            </a:br>
            <a:r>
              <a:rPr lang="en-US" dirty="0"/>
              <a:t>• Use a </a:t>
            </a:r>
            <a:r>
              <a:rPr lang="en-US" b="1" dirty="0"/>
              <a:t>heuristic evaluation function</a:t>
            </a:r>
            <a:r>
              <a:rPr lang="en-US" dirty="0"/>
              <a:t> to estimate how good a board position is for the fox or the hounds.</a:t>
            </a:r>
            <a:br>
              <a:rPr lang="en-US" dirty="0"/>
            </a:br>
            <a:r>
              <a:rPr lang="en-US" dirty="0"/>
              <a:t>• Compare a </a:t>
            </a:r>
            <a:r>
              <a:rPr lang="en-US" b="1" dirty="0"/>
              <a:t>basic AI agent</a:t>
            </a:r>
            <a:r>
              <a:rPr lang="en-US" dirty="0"/>
              <a:t> with a </a:t>
            </a:r>
            <a:r>
              <a:rPr lang="en-US" b="1" dirty="0"/>
              <a:t>learning version</a:t>
            </a:r>
            <a:r>
              <a:rPr lang="en-US" dirty="0"/>
              <a:t> to see if performance improves.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6978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EC5A0-B64D-FFC6-8CF9-3E886127FEDC}"/>
              </a:ext>
            </a:extLst>
          </p:cNvPr>
          <p:cNvSpPr txBox="1"/>
          <p:nvPr/>
        </p:nvSpPr>
        <p:spPr>
          <a:xfrm>
            <a:off x="827484" y="452718"/>
            <a:ext cx="6710641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Failures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DCE5D-C8C2-C8D9-DEA7-616E780979EC}"/>
              </a:ext>
            </a:extLst>
          </p:cNvPr>
          <p:cNvSpPr txBox="1"/>
          <p:nvPr/>
        </p:nvSpPr>
        <p:spPr>
          <a:xfrm>
            <a:off x="827484" y="2763520"/>
            <a:ext cx="6709905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>
                <a:latin typeface="+mj-lt"/>
                <a:ea typeface="+mj-ea"/>
                <a:cs typeface="+mj-cs"/>
              </a:rPr>
              <a:t>1.Performance issue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 dirty="0">
                <a:latin typeface="+mj-lt"/>
                <a:ea typeface="+mj-ea"/>
                <a:cs typeface="+mj-cs"/>
              </a:rPr>
              <a:t>Minimax without pruning was slow because it checked too many moves. We improved it by using alpha-beta pruning to skip unnecessary branches.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4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>
                <a:latin typeface="+mj-lt"/>
                <a:ea typeface="+mj-ea"/>
                <a:cs typeface="+mj-cs"/>
              </a:rPr>
              <a:t>2. Heuristic issue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 dirty="0">
                <a:latin typeface="+mj-lt"/>
                <a:ea typeface="+mj-ea"/>
                <a:cs typeface="+mj-cs"/>
              </a:rPr>
              <a:t>At first our evaluation function was not very accurate, so the algorithm sometimes chose weaker moves. We improved it by adjusting the evaluation function.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4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>
                <a:latin typeface="+mj-lt"/>
                <a:ea typeface="+mj-ea"/>
                <a:cs typeface="+mj-cs"/>
              </a:rPr>
              <a:t>3. Search depth issue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400" dirty="0">
                <a:latin typeface="+mj-lt"/>
                <a:ea typeface="+mj-ea"/>
                <a:cs typeface="+mj-cs"/>
              </a:rPr>
              <a:t>At first we used a small search depth, so the algorithm missed better moves. We improved it by increasing the depth.</a:t>
            </a:r>
          </a:p>
        </p:txBody>
      </p:sp>
    </p:spTree>
    <p:extLst>
      <p:ext uri="{BB962C8B-B14F-4D97-AF65-F5344CB8AC3E}">
        <p14:creationId xmlns:p14="http://schemas.microsoft.com/office/powerpoint/2010/main" val="1048085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24128" y="623571"/>
            <a:ext cx="7695743" cy="35238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70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908</TotalTime>
  <Words>363</Words>
  <Application>Microsoft Office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Idea vs Implementation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Chanchalpreet Kaur</dc:creator>
  <cp:keywords/>
  <dc:description>generated using python-pptx</dc:description>
  <cp:lastModifiedBy>Chanchalpreet Kaur</cp:lastModifiedBy>
  <cp:revision>5</cp:revision>
  <dcterms:created xsi:type="dcterms:W3CDTF">2013-01-27T09:14:16Z</dcterms:created>
  <dcterms:modified xsi:type="dcterms:W3CDTF">2026-03-17T13:16:14Z</dcterms:modified>
  <cp:category/>
</cp:coreProperties>
</file>